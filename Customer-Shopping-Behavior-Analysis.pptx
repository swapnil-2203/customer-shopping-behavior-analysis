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segments, and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366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905198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765127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7972" y="190519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3927972" y="276512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94674" y="3532882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1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2294674" y="4392811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294674" y="4801493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column only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53165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 demographics, purchase details, shopping behavior, and subscription status.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16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in Python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1188"/>
            <a:ext cx="6910810" cy="391616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5729" y="1569492"/>
            <a:ext cx="270166" cy="270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03539" y="1563985"/>
            <a:ext cx="29329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&amp; Explore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603539" y="2017117"/>
            <a:ext cx="2932932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pandas: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5729" y="2653854"/>
            <a:ext cx="270166" cy="2701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03539" y="2648347"/>
            <a:ext cx="29329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8603539" y="3101479"/>
            <a:ext cx="293293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Review Rating via median; snake_case columns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5729" y="4013349"/>
            <a:ext cx="270166" cy="2701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03539" y="4007842"/>
            <a:ext cx="29329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8603539" y="4460974"/>
            <a:ext cx="2932932" cy="57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5729" y="5385544"/>
            <a:ext cx="270166" cy="27017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03539" y="5380038"/>
            <a:ext cx="29329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8603539" y="5833170"/>
            <a:ext cx="293293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 into PostgreSQL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 customers across all categories.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Male: $157,890 · Female: $75,191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&amp; Discount Patterns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Highest-Rated Products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95897"/>
            <a:ext cx="5203794" cy="37458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2776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 Discounted Products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095897"/>
            <a:ext cx="5203794" cy="12155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48780" y="231030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48780" y="2794595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50.00% discounted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500437"/>
            <a:ext cx="5203794" cy="12155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48780" y="371484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Sneakers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48780" y="4199136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49.66% discounted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2776" y="4904978"/>
            <a:ext cx="5203794" cy="12155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48780" y="5119390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Coat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48780" y="5603677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49.07% discounted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Spending Behavior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$59.49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(subscribers) vs.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$59.87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(non-subscribers).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total revenue — a major growth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356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109788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30514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713831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109788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30514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713831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400623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359598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00466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47150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high-spenders used discounts yet exceeded average purchase amounts. Repeat buyers (&gt;5 purchases): 2,518 non-subscribers vs. 958 subscribers.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Takeaway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but all groups contribute fairly evenly — broad targeting is effective.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271242"/>
            <a:ext cx="5203794" cy="736997"/>
          </a:xfrm>
          <a:prstGeom prst="roundRect">
            <a:avLst>
              <a:gd name="adj" fmla="val 10772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35579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488531"/>
            <a:ext cx="50101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avg: $60.48 vs. Standard $58.46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544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769566"/>
            <a:ext cx="3053877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28717" y="1964928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4685" y="2120801"/>
            <a:ext cx="255085" cy="255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8717" y="2720975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3.9K Customers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8476244" y="1769566"/>
            <a:ext cx="3053976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71601" y="1964928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7569" y="2120801"/>
            <a:ext cx="255085" cy="255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71601" y="2720975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 Avg Purchase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5233360" y="3400623"/>
            <a:ext cx="6296860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28717" y="3595985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4685" y="3751858"/>
            <a:ext cx="255085" cy="2550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28717" y="435203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 Avg Rating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5233360" y="505529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Filters: Subscription Status, Gender, Category, Shipping Type. Top revenue: Clothing ($100K) → Accessories ($75K) → Footwear ($30K) → Outerwear ($15K).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738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Recommendations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33785"/>
            <a:ext cx="383868" cy="3838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77363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61475" y="208835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60538"/>
            <a:ext cx="383868" cy="3838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100388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61475" y="3415109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grow Loyal segment.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87291"/>
            <a:ext cx="383868" cy="3838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427141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 Policy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61475" y="4741863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lift with margin control.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14045"/>
            <a:ext cx="383868" cy="38387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753894"/>
            <a:ext cx="629686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61475" y="6068616"/>
            <a:ext cx="629686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&amp; express-shipping users.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2026-08-20T14:17:45Z</dcterms:created>
  <dcterms:modified xsi:type="dcterms:W3CDTF">2026-08-20T14:17:45Z</dcterms:modified>
</cp:coreProperties>
</file>